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3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022D02-5DDD-4C54-9999-20A17D6C2EC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E1EECBDA-E0A6-43C1-AA56-121C4977A7BF}">
      <dgm:prSet/>
      <dgm:spPr/>
      <dgm:t>
        <a:bodyPr/>
        <a:lstStyle/>
        <a:p>
          <a:pPr>
            <a:defRPr cap="all"/>
          </a:pPr>
          <a:r>
            <a:rPr lang="es-ES" dirty="0"/>
            <a:t>Árboles binarios de búsqueda</a:t>
          </a:r>
          <a:endParaRPr lang="en-US" dirty="0"/>
        </a:p>
      </dgm:t>
    </dgm:pt>
    <dgm:pt modelId="{556C7D92-2731-4C0D-8D25-0C270AAE2041}" type="parTrans" cxnId="{F4A5A28D-5C27-48A5-80AD-E04B4405B485}">
      <dgm:prSet/>
      <dgm:spPr/>
      <dgm:t>
        <a:bodyPr/>
        <a:lstStyle/>
        <a:p>
          <a:endParaRPr lang="en-US"/>
        </a:p>
      </dgm:t>
    </dgm:pt>
    <dgm:pt modelId="{7E79281C-6539-480F-BF06-4B3354A6EE4C}" type="sibTrans" cxnId="{F4A5A28D-5C27-48A5-80AD-E04B4405B485}">
      <dgm:prSet/>
      <dgm:spPr/>
      <dgm:t>
        <a:bodyPr/>
        <a:lstStyle/>
        <a:p>
          <a:endParaRPr lang="en-US"/>
        </a:p>
      </dgm:t>
    </dgm:pt>
    <dgm:pt modelId="{E59250BD-2756-4326-8074-D2C736C318F9}">
      <dgm:prSet/>
      <dgm:spPr/>
      <dgm:t>
        <a:bodyPr/>
        <a:lstStyle/>
        <a:p>
          <a:pPr>
            <a:defRPr cap="all"/>
          </a:pPr>
          <a:r>
            <a:rPr lang="es-ES"/>
            <a:t>Matrices dispersas</a:t>
          </a:r>
          <a:endParaRPr lang="en-US"/>
        </a:p>
      </dgm:t>
    </dgm:pt>
    <dgm:pt modelId="{7B00C1CA-0873-46AF-80CD-7D03A00A8741}" type="parTrans" cxnId="{F94C4EE8-928A-4D5C-8816-8151C174BE1E}">
      <dgm:prSet/>
      <dgm:spPr/>
      <dgm:t>
        <a:bodyPr/>
        <a:lstStyle/>
        <a:p>
          <a:endParaRPr lang="en-US"/>
        </a:p>
      </dgm:t>
    </dgm:pt>
    <dgm:pt modelId="{A2F03A94-3527-40EB-8442-FC6090DB5767}" type="sibTrans" cxnId="{F94C4EE8-928A-4D5C-8816-8151C174BE1E}">
      <dgm:prSet/>
      <dgm:spPr/>
      <dgm:t>
        <a:bodyPr/>
        <a:lstStyle/>
        <a:p>
          <a:endParaRPr lang="en-US"/>
        </a:p>
      </dgm:t>
    </dgm:pt>
    <dgm:pt modelId="{299CC53A-EB23-47FE-B3B6-AAF616B77061}">
      <dgm:prSet/>
      <dgm:spPr/>
      <dgm:t>
        <a:bodyPr/>
        <a:lstStyle/>
        <a:p>
          <a:pPr>
            <a:defRPr cap="all"/>
          </a:pPr>
          <a:r>
            <a:rPr lang="es-ES"/>
            <a:t>Diccionarios</a:t>
          </a:r>
          <a:endParaRPr lang="en-US"/>
        </a:p>
      </dgm:t>
    </dgm:pt>
    <dgm:pt modelId="{FA9B421F-990C-4BE1-9F67-256939AB29CA}" type="parTrans" cxnId="{B1ED0C2C-6006-4A07-8746-E01206A9FBB7}">
      <dgm:prSet/>
      <dgm:spPr/>
      <dgm:t>
        <a:bodyPr/>
        <a:lstStyle/>
        <a:p>
          <a:endParaRPr lang="en-US"/>
        </a:p>
      </dgm:t>
    </dgm:pt>
    <dgm:pt modelId="{64B6681C-660A-4772-8F73-72719A05CF55}" type="sibTrans" cxnId="{B1ED0C2C-6006-4A07-8746-E01206A9FBB7}">
      <dgm:prSet/>
      <dgm:spPr/>
      <dgm:t>
        <a:bodyPr/>
        <a:lstStyle/>
        <a:p>
          <a:endParaRPr lang="en-US"/>
        </a:p>
      </dgm:t>
    </dgm:pt>
    <dgm:pt modelId="{CBF044D1-592D-4962-A24B-2B3343E29CFF}" type="pres">
      <dgm:prSet presAssocID="{97022D02-5DDD-4C54-9999-20A17D6C2ECE}" presName="root" presStyleCnt="0">
        <dgm:presLayoutVars>
          <dgm:dir/>
          <dgm:resizeHandles val="exact"/>
        </dgm:presLayoutVars>
      </dgm:prSet>
      <dgm:spPr/>
    </dgm:pt>
    <dgm:pt modelId="{52080D65-BF82-42A8-A750-BAAAC5381059}" type="pres">
      <dgm:prSet presAssocID="{E1EECBDA-E0A6-43C1-AA56-121C4977A7BF}" presName="compNode" presStyleCnt="0"/>
      <dgm:spPr/>
    </dgm:pt>
    <dgm:pt modelId="{75E357B3-CE5C-4351-9DB8-B228B0096674}" type="pres">
      <dgm:prSet presAssocID="{E1EECBDA-E0A6-43C1-AA56-121C4977A7B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C3ED541-5187-4386-9C11-6129DFC3DE6B}" type="pres">
      <dgm:prSet presAssocID="{E1EECBDA-E0A6-43C1-AA56-121C4977A7B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4B314856-7B3E-4697-AC47-D8324E552742}" type="pres">
      <dgm:prSet presAssocID="{E1EECBDA-E0A6-43C1-AA56-121C4977A7BF}" presName="spaceRect" presStyleCnt="0"/>
      <dgm:spPr/>
    </dgm:pt>
    <dgm:pt modelId="{CD1B82BD-2673-4397-BC12-F660E82D3920}" type="pres">
      <dgm:prSet presAssocID="{E1EECBDA-E0A6-43C1-AA56-121C4977A7BF}" presName="textRect" presStyleLbl="revTx" presStyleIdx="0" presStyleCnt="3">
        <dgm:presLayoutVars>
          <dgm:chMax val="1"/>
          <dgm:chPref val="1"/>
        </dgm:presLayoutVars>
      </dgm:prSet>
      <dgm:spPr/>
    </dgm:pt>
    <dgm:pt modelId="{942C3A58-7825-42E4-8D84-E99418686889}" type="pres">
      <dgm:prSet presAssocID="{7E79281C-6539-480F-BF06-4B3354A6EE4C}" presName="sibTrans" presStyleCnt="0"/>
      <dgm:spPr/>
    </dgm:pt>
    <dgm:pt modelId="{360D27D3-69BE-467D-A762-253B589897FA}" type="pres">
      <dgm:prSet presAssocID="{E59250BD-2756-4326-8074-D2C736C318F9}" presName="compNode" presStyleCnt="0"/>
      <dgm:spPr/>
    </dgm:pt>
    <dgm:pt modelId="{1567A3C5-C12A-4E3C-A992-3C165C67C2DA}" type="pres">
      <dgm:prSet presAssocID="{E59250BD-2756-4326-8074-D2C736C318F9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F77BC9E-55C7-4865-B3CE-D30009F61887}" type="pres">
      <dgm:prSet presAssocID="{E59250BD-2756-4326-8074-D2C736C318F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1EE80686-B276-4858-A664-0AAB5CB65AAA}" type="pres">
      <dgm:prSet presAssocID="{E59250BD-2756-4326-8074-D2C736C318F9}" presName="spaceRect" presStyleCnt="0"/>
      <dgm:spPr/>
    </dgm:pt>
    <dgm:pt modelId="{BCF7407D-BD72-40F0-95E0-2BE2BD331D1A}" type="pres">
      <dgm:prSet presAssocID="{E59250BD-2756-4326-8074-D2C736C318F9}" presName="textRect" presStyleLbl="revTx" presStyleIdx="1" presStyleCnt="3">
        <dgm:presLayoutVars>
          <dgm:chMax val="1"/>
          <dgm:chPref val="1"/>
        </dgm:presLayoutVars>
      </dgm:prSet>
      <dgm:spPr/>
    </dgm:pt>
    <dgm:pt modelId="{6DA6945C-C9D6-423C-AC83-6BD83B7C4D10}" type="pres">
      <dgm:prSet presAssocID="{A2F03A94-3527-40EB-8442-FC6090DB5767}" presName="sibTrans" presStyleCnt="0"/>
      <dgm:spPr/>
    </dgm:pt>
    <dgm:pt modelId="{95AC7C85-A0B9-47C8-BBE8-B0F25B97165A}" type="pres">
      <dgm:prSet presAssocID="{299CC53A-EB23-47FE-B3B6-AAF616B77061}" presName="compNode" presStyleCnt="0"/>
      <dgm:spPr/>
    </dgm:pt>
    <dgm:pt modelId="{E57A4D0F-6584-4666-B03A-140E514E7AAF}" type="pres">
      <dgm:prSet presAssocID="{299CC53A-EB23-47FE-B3B6-AAF616B77061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68F6E30-ED1F-4802-B22D-C980D097771D}" type="pres">
      <dgm:prSet presAssocID="{299CC53A-EB23-47FE-B3B6-AAF616B770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D91E508C-AAC8-4099-A91D-6FFC51D39126}" type="pres">
      <dgm:prSet presAssocID="{299CC53A-EB23-47FE-B3B6-AAF616B77061}" presName="spaceRect" presStyleCnt="0"/>
      <dgm:spPr/>
    </dgm:pt>
    <dgm:pt modelId="{7DDB63E9-D90E-434B-B551-0F1C8664FFFE}" type="pres">
      <dgm:prSet presAssocID="{299CC53A-EB23-47FE-B3B6-AAF616B7706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7312A0B-A364-4B7E-BF23-51285DB57581}" type="presOf" srcId="{97022D02-5DDD-4C54-9999-20A17D6C2ECE}" destId="{CBF044D1-592D-4962-A24B-2B3343E29CFF}" srcOrd="0" destOrd="0" presId="urn:microsoft.com/office/officeart/2018/5/layout/IconLeafLabelList"/>
    <dgm:cxn modelId="{B1ED0C2C-6006-4A07-8746-E01206A9FBB7}" srcId="{97022D02-5DDD-4C54-9999-20A17D6C2ECE}" destId="{299CC53A-EB23-47FE-B3B6-AAF616B77061}" srcOrd="2" destOrd="0" parTransId="{FA9B421F-990C-4BE1-9F67-256939AB29CA}" sibTransId="{64B6681C-660A-4772-8F73-72719A05CF55}"/>
    <dgm:cxn modelId="{F4A5A28D-5C27-48A5-80AD-E04B4405B485}" srcId="{97022D02-5DDD-4C54-9999-20A17D6C2ECE}" destId="{E1EECBDA-E0A6-43C1-AA56-121C4977A7BF}" srcOrd="0" destOrd="0" parTransId="{556C7D92-2731-4C0D-8D25-0C270AAE2041}" sibTransId="{7E79281C-6539-480F-BF06-4B3354A6EE4C}"/>
    <dgm:cxn modelId="{021AA7C0-77BE-4554-ACA3-A051163F8334}" type="presOf" srcId="{299CC53A-EB23-47FE-B3B6-AAF616B77061}" destId="{7DDB63E9-D90E-434B-B551-0F1C8664FFFE}" srcOrd="0" destOrd="0" presId="urn:microsoft.com/office/officeart/2018/5/layout/IconLeafLabelList"/>
    <dgm:cxn modelId="{F3127FDB-4EA6-4CF8-B9CB-0B07618C896A}" type="presOf" srcId="{E59250BD-2756-4326-8074-D2C736C318F9}" destId="{BCF7407D-BD72-40F0-95E0-2BE2BD331D1A}" srcOrd="0" destOrd="0" presId="urn:microsoft.com/office/officeart/2018/5/layout/IconLeafLabelList"/>
    <dgm:cxn modelId="{1A6F84DD-E1D2-4E03-895C-69449B6E1E5B}" type="presOf" srcId="{E1EECBDA-E0A6-43C1-AA56-121C4977A7BF}" destId="{CD1B82BD-2673-4397-BC12-F660E82D3920}" srcOrd="0" destOrd="0" presId="urn:microsoft.com/office/officeart/2018/5/layout/IconLeafLabelList"/>
    <dgm:cxn modelId="{F94C4EE8-928A-4D5C-8816-8151C174BE1E}" srcId="{97022D02-5DDD-4C54-9999-20A17D6C2ECE}" destId="{E59250BD-2756-4326-8074-D2C736C318F9}" srcOrd="1" destOrd="0" parTransId="{7B00C1CA-0873-46AF-80CD-7D03A00A8741}" sibTransId="{A2F03A94-3527-40EB-8442-FC6090DB5767}"/>
    <dgm:cxn modelId="{281246F1-9BB0-4198-B601-7FC22D8CA85B}" type="presParOf" srcId="{CBF044D1-592D-4962-A24B-2B3343E29CFF}" destId="{52080D65-BF82-42A8-A750-BAAAC5381059}" srcOrd="0" destOrd="0" presId="urn:microsoft.com/office/officeart/2018/5/layout/IconLeafLabelList"/>
    <dgm:cxn modelId="{E7F9E7EC-8627-40A1-9980-1930B2A1D19F}" type="presParOf" srcId="{52080D65-BF82-42A8-A750-BAAAC5381059}" destId="{75E357B3-CE5C-4351-9DB8-B228B0096674}" srcOrd="0" destOrd="0" presId="urn:microsoft.com/office/officeart/2018/5/layout/IconLeafLabelList"/>
    <dgm:cxn modelId="{3C1BA513-D244-4350-ABF6-DCC737A4ED20}" type="presParOf" srcId="{52080D65-BF82-42A8-A750-BAAAC5381059}" destId="{CC3ED541-5187-4386-9C11-6129DFC3DE6B}" srcOrd="1" destOrd="0" presId="urn:microsoft.com/office/officeart/2018/5/layout/IconLeafLabelList"/>
    <dgm:cxn modelId="{0CB28AC5-38FE-4A0E-886F-586CE5634224}" type="presParOf" srcId="{52080D65-BF82-42A8-A750-BAAAC5381059}" destId="{4B314856-7B3E-4697-AC47-D8324E552742}" srcOrd="2" destOrd="0" presId="urn:microsoft.com/office/officeart/2018/5/layout/IconLeafLabelList"/>
    <dgm:cxn modelId="{688F44EB-58E5-4FAE-8187-0B02CFBEDA74}" type="presParOf" srcId="{52080D65-BF82-42A8-A750-BAAAC5381059}" destId="{CD1B82BD-2673-4397-BC12-F660E82D3920}" srcOrd="3" destOrd="0" presId="urn:microsoft.com/office/officeart/2018/5/layout/IconLeafLabelList"/>
    <dgm:cxn modelId="{73E6412D-3B47-42B7-9935-09C4053A6329}" type="presParOf" srcId="{CBF044D1-592D-4962-A24B-2B3343E29CFF}" destId="{942C3A58-7825-42E4-8D84-E99418686889}" srcOrd="1" destOrd="0" presId="urn:microsoft.com/office/officeart/2018/5/layout/IconLeafLabelList"/>
    <dgm:cxn modelId="{41F21E05-21FD-4E37-AD22-FDF359C236B7}" type="presParOf" srcId="{CBF044D1-592D-4962-A24B-2B3343E29CFF}" destId="{360D27D3-69BE-467D-A762-253B589897FA}" srcOrd="2" destOrd="0" presId="urn:microsoft.com/office/officeart/2018/5/layout/IconLeafLabelList"/>
    <dgm:cxn modelId="{E82AC053-F98A-4D62-A0F2-C6C71C618C6E}" type="presParOf" srcId="{360D27D3-69BE-467D-A762-253B589897FA}" destId="{1567A3C5-C12A-4E3C-A992-3C165C67C2DA}" srcOrd="0" destOrd="0" presId="urn:microsoft.com/office/officeart/2018/5/layout/IconLeafLabelList"/>
    <dgm:cxn modelId="{075B5A34-476B-485A-B5ED-FCCC86CF6159}" type="presParOf" srcId="{360D27D3-69BE-467D-A762-253B589897FA}" destId="{5F77BC9E-55C7-4865-B3CE-D30009F61887}" srcOrd="1" destOrd="0" presId="urn:microsoft.com/office/officeart/2018/5/layout/IconLeafLabelList"/>
    <dgm:cxn modelId="{08E42E95-B378-4971-B7F5-2B2A9E9AFEE7}" type="presParOf" srcId="{360D27D3-69BE-467D-A762-253B589897FA}" destId="{1EE80686-B276-4858-A664-0AAB5CB65AAA}" srcOrd="2" destOrd="0" presId="urn:microsoft.com/office/officeart/2018/5/layout/IconLeafLabelList"/>
    <dgm:cxn modelId="{E8400CAB-FB4A-47FB-965A-C96814CAC200}" type="presParOf" srcId="{360D27D3-69BE-467D-A762-253B589897FA}" destId="{BCF7407D-BD72-40F0-95E0-2BE2BD331D1A}" srcOrd="3" destOrd="0" presId="urn:microsoft.com/office/officeart/2018/5/layout/IconLeafLabelList"/>
    <dgm:cxn modelId="{171CD527-C0EA-4472-921B-E5CD0F9FC547}" type="presParOf" srcId="{CBF044D1-592D-4962-A24B-2B3343E29CFF}" destId="{6DA6945C-C9D6-423C-AC83-6BD83B7C4D10}" srcOrd="3" destOrd="0" presId="urn:microsoft.com/office/officeart/2018/5/layout/IconLeafLabelList"/>
    <dgm:cxn modelId="{B9DC9636-9E1B-406F-A458-E3488EBC4AEB}" type="presParOf" srcId="{CBF044D1-592D-4962-A24B-2B3343E29CFF}" destId="{95AC7C85-A0B9-47C8-BBE8-B0F25B97165A}" srcOrd="4" destOrd="0" presId="urn:microsoft.com/office/officeart/2018/5/layout/IconLeafLabelList"/>
    <dgm:cxn modelId="{444F115A-9547-4CE2-B63F-4EE1EB0B8196}" type="presParOf" srcId="{95AC7C85-A0B9-47C8-BBE8-B0F25B97165A}" destId="{E57A4D0F-6584-4666-B03A-140E514E7AAF}" srcOrd="0" destOrd="0" presId="urn:microsoft.com/office/officeart/2018/5/layout/IconLeafLabelList"/>
    <dgm:cxn modelId="{7AB35E46-8433-42B4-A0D3-26CA238E6E74}" type="presParOf" srcId="{95AC7C85-A0B9-47C8-BBE8-B0F25B97165A}" destId="{C68F6E30-ED1F-4802-B22D-C980D097771D}" srcOrd="1" destOrd="0" presId="urn:microsoft.com/office/officeart/2018/5/layout/IconLeafLabelList"/>
    <dgm:cxn modelId="{2F670F97-9BFE-40AE-83F9-481BE3AB463B}" type="presParOf" srcId="{95AC7C85-A0B9-47C8-BBE8-B0F25B97165A}" destId="{D91E508C-AAC8-4099-A91D-6FFC51D39126}" srcOrd="2" destOrd="0" presId="urn:microsoft.com/office/officeart/2018/5/layout/IconLeafLabelList"/>
    <dgm:cxn modelId="{B3ECE4B7-6446-488B-B7E9-0E655CCE0A81}" type="presParOf" srcId="{95AC7C85-A0B9-47C8-BBE8-B0F25B97165A}" destId="{7DDB63E9-D90E-434B-B551-0F1C8664FFF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72603D-8EFE-4DA3-91BD-B332A3FB585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4C567E-2826-4572-8A4C-A0DAF3E292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Permiten acceso rápido a palabras </a:t>
          </a:r>
          <a:r>
            <a:rPr lang="en-US" dirty="0" err="1"/>
            <a:t>por</a:t>
          </a:r>
          <a:r>
            <a:rPr lang="en-US" dirty="0"/>
            <a:t> </a:t>
          </a:r>
          <a:r>
            <a:rPr lang="en-US" dirty="0" err="1"/>
            <a:t>letra</a:t>
          </a:r>
          <a:r>
            <a:rPr lang="en-US" dirty="0"/>
            <a:t> (O(1) </a:t>
          </a:r>
          <a:r>
            <a:rPr lang="en-US" dirty="0" err="1"/>
            <a:t>promedio</a:t>
          </a:r>
          <a:r>
            <a:rPr lang="en-US" dirty="0"/>
            <a:t>)</a:t>
          </a:r>
        </a:p>
      </dgm:t>
    </dgm:pt>
    <dgm:pt modelId="{5932BB08-0361-4E2F-90A9-307E5F8CFEAF}" type="parTrans" cxnId="{7D802119-0A1A-4E3A-84D7-2DD3F1CA79B8}">
      <dgm:prSet/>
      <dgm:spPr/>
      <dgm:t>
        <a:bodyPr/>
        <a:lstStyle/>
        <a:p>
          <a:endParaRPr lang="en-US"/>
        </a:p>
      </dgm:t>
    </dgm:pt>
    <dgm:pt modelId="{E5B26157-48FD-456E-B087-7F40857E94C8}" type="sibTrans" cxnId="{7D802119-0A1A-4E3A-84D7-2DD3F1CA79B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00A85AB-2D2E-4383-B76D-AB7E225402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 </a:t>
          </a:r>
          <a:r>
            <a:rPr lang="en-US" dirty="0" err="1"/>
            <a:t>usa</a:t>
          </a:r>
          <a:r>
            <a:rPr lang="en-US" dirty="0"/>
            <a:t> para </a:t>
          </a:r>
          <a:r>
            <a:rPr lang="en-US" dirty="0" err="1"/>
            <a:t>clasificar</a:t>
          </a:r>
          <a:r>
            <a:rPr lang="en-US" dirty="0"/>
            <a:t> palabras </a:t>
          </a:r>
          <a:r>
            <a:rPr lang="en-US" dirty="0" err="1"/>
            <a:t>por</a:t>
          </a:r>
          <a:r>
            <a:rPr lang="en-US" dirty="0"/>
            <a:t> </a:t>
          </a:r>
          <a:r>
            <a:rPr lang="en-US" dirty="0" err="1"/>
            <a:t>categoría</a:t>
          </a:r>
          <a:r>
            <a:rPr lang="en-US" dirty="0"/>
            <a:t> y </a:t>
          </a:r>
          <a:r>
            <a:rPr lang="en-US" dirty="0" err="1"/>
            <a:t>letra</a:t>
          </a:r>
          <a:endParaRPr lang="en-US" dirty="0"/>
        </a:p>
      </dgm:t>
    </dgm:pt>
    <dgm:pt modelId="{BE765B8F-34BB-4901-B0C9-71B8DE233DDA}" type="parTrans" cxnId="{885CAB8D-5F0E-433D-B055-1B0C33D98578}">
      <dgm:prSet/>
      <dgm:spPr/>
      <dgm:t>
        <a:bodyPr/>
        <a:lstStyle/>
        <a:p>
          <a:endParaRPr lang="en-US"/>
        </a:p>
      </dgm:t>
    </dgm:pt>
    <dgm:pt modelId="{BB180B41-51E3-4D37-9347-202BEA103A98}" type="sibTrans" cxnId="{885CAB8D-5F0E-433D-B055-1B0C33D9857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4CF05D4-871A-407F-B68E-7E1E8508F6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Cada categoría es un diccionario</a:t>
          </a:r>
        </a:p>
      </dgm:t>
    </dgm:pt>
    <dgm:pt modelId="{10571FA3-19CA-477C-AF30-6E15F45137BA}" type="parTrans" cxnId="{F89D0935-C924-4842-96FC-4A84B935BDA3}">
      <dgm:prSet/>
      <dgm:spPr/>
      <dgm:t>
        <a:bodyPr/>
        <a:lstStyle/>
        <a:p>
          <a:endParaRPr lang="en-US"/>
        </a:p>
      </dgm:t>
    </dgm:pt>
    <dgm:pt modelId="{F9A2B751-DE10-4EE6-820E-733120BAFF7C}" type="sibTrans" cxnId="{F89D0935-C924-4842-96FC-4A84B935BDA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34416F0-D7AF-42A7-9D3A-758D4B7904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Contiene</a:t>
          </a:r>
          <a:r>
            <a:rPr lang="en-US" dirty="0"/>
            <a:t> un BST </a:t>
          </a:r>
          <a:r>
            <a:rPr lang="en-US" dirty="0" err="1"/>
            <a:t>por</a:t>
          </a:r>
          <a:r>
            <a:rPr lang="en-US" dirty="0"/>
            <a:t> </a:t>
          </a:r>
          <a:r>
            <a:rPr lang="en-US" dirty="0" err="1"/>
            <a:t>letra</a:t>
          </a:r>
          <a:r>
            <a:rPr lang="en-US" dirty="0"/>
            <a:t> </a:t>
          </a:r>
        </a:p>
      </dgm:t>
    </dgm:pt>
    <dgm:pt modelId="{02D39352-1D98-4824-BA6D-5E301DAAAB40}" type="parTrans" cxnId="{F7DAB7BC-4236-426B-B11A-B6BDAC799EF7}">
      <dgm:prSet/>
      <dgm:spPr/>
      <dgm:t>
        <a:bodyPr/>
        <a:lstStyle/>
        <a:p>
          <a:endParaRPr lang="en-US"/>
        </a:p>
      </dgm:t>
    </dgm:pt>
    <dgm:pt modelId="{786DEF8F-2B1C-4F7F-A46E-68C915C805A0}" type="sibTrans" cxnId="{F7DAB7BC-4236-426B-B11A-B6BDAC799EF7}">
      <dgm:prSet/>
      <dgm:spPr/>
      <dgm:t>
        <a:bodyPr/>
        <a:lstStyle/>
        <a:p>
          <a:endParaRPr lang="en-US"/>
        </a:p>
      </dgm:t>
    </dgm:pt>
    <dgm:pt modelId="{E2480CF8-E8A2-4B28-BB76-9CD9CE96ACCA}" type="pres">
      <dgm:prSet presAssocID="{B572603D-8EFE-4DA3-91BD-B332A3FB585C}" presName="root" presStyleCnt="0">
        <dgm:presLayoutVars>
          <dgm:dir/>
          <dgm:resizeHandles val="exact"/>
        </dgm:presLayoutVars>
      </dgm:prSet>
      <dgm:spPr/>
    </dgm:pt>
    <dgm:pt modelId="{E5D97613-0B17-45DD-BF3F-D59951A32291}" type="pres">
      <dgm:prSet presAssocID="{B572603D-8EFE-4DA3-91BD-B332A3FB585C}" presName="container" presStyleCnt="0">
        <dgm:presLayoutVars>
          <dgm:dir/>
          <dgm:resizeHandles val="exact"/>
        </dgm:presLayoutVars>
      </dgm:prSet>
      <dgm:spPr/>
    </dgm:pt>
    <dgm:pt modelId="{92B9EC6D-D2E5-44DC-8505-29AE8C0156F1}" type="pres">
      <dgm:prSet presAssocID="{9E4C567E-2826-4572-8A4C-A0DAF3E2922F}" presName="compNode" presStyleCnt="0"/>
      <dgm:spPr/>
    </dgm:pt>
    <dgm:pt modelId="{44C57366-3826-434A-8096-CD36C7C51347}" type="pres">
      <dgm:prSet presAssocID="{9E4C567E-2826-4572-8A4C-A0DAF3E2922F}" presName="iconBgRect" presStyleLbl="bgShp" presStyleIdx="0" presStyleCnt="4"/>
      <dgm:spPr/>
    </dgm:pt>
    <dgm:pt modelId="{2000BDCA-ED6A-4FE7-B270-18EF8B0FCE9E}" type="pres">
      <dgm:prSet presAssocID="{9E4C567E-2826-4572-8A4C-A0DAF3E2922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jecutar con relleno sólido"/>
        </a:ext>
      </dgm:extLst>
    </dgm:pt>
    <dgm:pt modelId="{5CCB156D-7E9A-4A4B-8A3B-3CAC1B1B46F1}" type="pres">
      <dgm:prSet presAssocID="{9E4C567E-2826-4572-8A4C-A0DAF3E2922F}" presName="spaceRect" presStyleCnt="0"/>
      <dgm:spPr/>
    </dgm:pt>
    <dgm:pt modelId="{3A515872-520F-4B4A-BDF0-F394FFE542F8}" type="pres">
      <dgm:prSet presAssocID="{9E4C567E-2826-4572-8A4C-A0DAF3E2922F}" presName="textRect" presStyleLbl="revTx" presStyleIdx="0" presStyleCnt="4">
        <dgm:presLayoutVars>
          <dgm:chMax val="1"/>
          <dgm:chPref val="1"/>
        </dgm:presLayoutVars>
      </dgm:prSet>
      <dgm:spPr/>
    </dgm:pt>
    <dgm:pt modelId="{AD7F3FB4-FB2F-4ECB-BD99-A1E7263A1B57}" type="pres">
      <dgm:prSet presAssocID="{E5B26157-48FD-456E-B087-7F40857E94C8}" presName="sibTrans" presStyleLbl="sibTrans2D1" presStyleIdx="0" presStyleCnt="0"/>
      <dgm:spPr/>
    </dgm:pt>
    <dgm:pt modelId="{8C7D8B8E-4A9E-48EC-860E-659E147166DB}" type="pres">
      <dgm:prSet presAssocID="{000A85AB-2D2E-4383-B76D-AB7E22540297}" presName="compNode" presStyleCnt="0"/>
      <dgm:spPr/>
    </dgm:pt>
    <dgm:pt modelId="{5C9E83F6-F3F4-45DA-96FE-B5944E9413C6}" type="pres">
      <dgm:prSet presAssocID="{000A85AB-2D2E-4383-B76D-AB7E22540297}" presName="iconBgRect" presStyleLbl="bgShp" presStyleIdx="1" presStyleCnt="4"/>
      <dgm:spPr/>
    </dgm:pt>
    <dgm:pt modelId="{D86323E7-5C18-4A6D-A4D6-3D81A78D1990}" type="pres">
      <dgm:prSet presAssocID="{000A85AB-2D2E-4383-B76D-AB7E2254029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rtapapeles comprobado con relleno sólido"/>
        </a:ext>
      </dgm:extLst>
    </dgm:pt>
    <dgm:pt modelId="{180C9C9F-38EC-4319-8C28-E5A6FA87D94E}" type="pres">
      <dgm:prSet presAssocID="{000A85AB-2D2E-4383-B76D-AB7E22540297}" presName="spaceRect" presStyleCnt="0"/>
      <dgm:spPr/>
    </dgm:pt>
    <dgm:pt modelId="{E5CA5636-390D-4B15-897D-8503B1A892E3}" type="pres">
      <dgm:prSet presAssocID="{000A85AB-2D2E-4383-B76D-AB7E22540297}" presName="textRect" presStyleLbl="revTx" presStyleIdx="1" presStyleCnt="4">
        <dgm:presLayoutVars>
          <dgm:chMax val="1"/>
          <dgm:chPref val="1"/>
        </dgm:presLayoutVars>
      </dgm:prSet>
      <dgm:spPr/>
    </dgm:pt>
    <dgm:pt modelId="{87A127DC-409C-4619-9AAB-07C5C5FA2C65}" type="pres">
      <dgm:prSet presAssocID="{BB180B41-51E3-4D37-9347-202BEA103A98}" presName="sibTrans" presStyleLbl="sibTrans2D1" presStyleIdx="0" presStyleCnt="0"/>
      <dgm:spPr/>
    </dgm:pt>
    <dgm:pt modelId="{3DFC5FA6-8145-4E2F-8855-487D3B5BD82A}" type="pres">
      <dgm:prSet presAssocID="{14CF05D4-871A-407F-B68E-7E1E8508F639}" presName="compNode" presStyleCnt="0"/>
      <dgm:spPr/>
    </dgm:pt>
    <dgm:pt modelId="{C4CBF411-9148-4D5F-932D-4B22F8FD501A}" type="pres">
      <dgm:prSet presAssocID="{14CF05D4-871A-407F-B68E-7E1E8508F639}" presName="iconBgRect" presStyleLbl="bgShp" presStyleIdx="2" presStyleCnt="4"/>
      <dgm:spPr/>
    </dgm:pt>
    <dgm:pt modelId="{C7D3B8E3-2FF2-4512-BBC1-F42374C549B5}" type="pres">
      <dgm:prSet presAssocID="{14CF05D4-871A-407F-B68E-7E1E8508F63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9B38C0DB-1A90-48A0-A01B-F0DEFA415121}" type="pres">
      <dgm:prSet presAssocID="{14CF05D4-871A-407F-B68E-7E1E8508F639}" presName="spaceRect" presStyleCnt="0"/>
      <dgm:spPr/>
    </dgm:pt>
    <dgm:pt modelId="{5F06D270-0A64-4BF7-8AF8-21E53E5D2FA7}" type="pres">
      <dgm:prSet presAssocID="{14CF05D4-871A-407F-B68E-7E1E8508F639}" presName="textRect" presStyleLbl="revTx" presStyleIdx="2" presStyleCnt="4">
        <dgm:presLayoutVars>
          <dgm:chMax val="1"/>
          <dgm:chPref val="1"/>
        </dgm:presLayoutVars>
      </dgm:prSet>
      <dgm:spPr/>
    </dgm:pt>
    <dgm:pt modelId="{1386F94A-CB56-4E44-A5E3-E3A4C4E70C99}" type="pres">
      <dgm:prSet presAssocID="{F9A2B751-DE10-4EE6-820E-733120BAFF7C}" presName="sibTrans" presStyleLbl="sibTrans2D1" presStyleIdx="0" presStyleCnt="0"/>
      <dgm:spPr/>
    </dgm:pt>
    <dgm:pt modelId="{7C6164CE-B3D3-4AEA-8F31-818DDB3409EB}" type="pres">
      <dgm:prSet presAssocID="{234416F0-D7AF-42A7-9D3A-758D4B79041E}" presName="compNode" presStyleCnt="0"/>
      <dgm:spPr/>
    </dgm:pt>
    <dgm:pt modelId="{FA248027-DA96-4CDB-A4C8-0F97233F1FE1}" type="pres">
      <dgm:prSet presAssocID="{234416F0-D7AF-42A7-9D3A-758D4B79041E}" presName="iconBgRect" presStyleLbl="bgShp" presStyleIdx="3" presStyleCnt="4"/>
      <dgm:spPr/>
    </dgm:pt>
    <dgm:pt modelId="{2B41C9CE-C1A1-4BD8-9AAF-D97BFF4FDE81}" type="pres">
      <dgm:prSet presAssocID="{234416F0-D7AF-42A7-9D3A-758D4B79041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Árbol con raíces con relleno sólido"/>
        </a:ext>
      </dgm:extLst>
    </dgm:pt>
    <dgm:pt modelId="{5AA58338-B128-4695-9F94-FD0EB3ACFB20}" type="pres">
      <dgm:prSet presAssocID="{234416F0-D7AF-42A7-9D3A-758D4B79041E}" presName="spaceRect" presStyleCnt="0"/>
      <dgm:spPr/>
    </dgm:pt>
    <dgm:pt modelId="{5FA2EDDA-8FB9-4943-BA98-777E17D3A1C7}" type="pres">
      <dgm:prSet presAssocID="{234416F0-D7AF-42A7-9D3A-758D4B79041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3F78617-4E65-479C-9CD1-CBD3CBEFF149}" type="presOf" srcId="{9E4C567E-2826-4572-8A4C-A0DAF3E2922F}" destId="{3A515872-520F-4B4A-BDF0-F394FFE542F8}" srcOrd="0" destOrd="0" presId="urn:microsoft.com/office/officeart/2018/2/layout/IconCircleList"/>
    <dgm:cxn modelId="{7D802119-0A1A-4E3A-84D7-2DD3F1CA79B8}" srcId="{B572603D-8EFE-4DA3-91BD-B332A3FB585C}" destId="{9E4C567E-2826-4572-8A4C-A0DAF3E2922F}" srcOrd="0" destOrd="0" parTransId="{5932BB08-0361-4E2F-90A9-307E5F8CFEAF}" sibTransId="{E5B26157-48FD-456E-B087-7F40857E94C8}"/>
    <dgm:cxn modelId="{F89D0935-C924-4842-96FC-4A84B935BDA3}" srcId="{B572603D-8EFE-4DA3-91BD-B332A3FB585C}" destId="{14CF05D4-871A-407F-B68E-7E1E8508F639}" srcOrd="2" destOrd="0" parTransId="{10571FA3-19CA-477C-AF30-6E15F45137BA}" sibTransId="{F9A2B751-DE10-4EE6-820E-733120BAFF7C}"/>
    <dgm:cxn modelId="{08F5FE40-8FD0-40AD-AC9D-A6DD0B3E7549}" type="presOf" srcId="{F9A2B751-DE10-4EE6-820E-733120BAFF7C}" destId="{1386F94A-CB56-4E44-A5E3-E3A4C4E70C99}" srcOrd="0" destOrd="0" presId="urn:microsoft.com/office/officeart/2018/2/layout/IconCircleList"/>
    <dgm:cxn modelId="{65AEBA42-C8D2-49E3-8C42-6A75AE133500}" type="presOf" srcId="{14CF05D4-871A-407F-B68E-7E1E8508F639}" destId="{5F06D270-0A64-4BF7-8AF8-21E53E5D2FA7}" srcOrd="0" destOrd="0" presId="urn:microsoft.com/office/officeart/2018/2/layout/IconCircleList"/>
    <dgm:cxn modelId="{B359404F-DCAB-400A-94CC-0D5097CA69ED}" type="presOf" srcId="{B572603D-8EFE-4DA3-91BD-B332A3FB585C}" destId="{E2480CF8-E8A2-4B28-BB76-9CD9CE96ACCA}" srcOrd="0" destOrd="0" presId="urn:microsoft.com/office/officeart/2018/2/layout/IconCircleList"/>
    <dgm:cxn modelId="{9A9A3F72-D989-45BD-9706-00537FE4D592}" type="presOf" srcId="{234416F0-D7AF-42A7-9D3A-758D4B79041E}" destId="{5FA2EDDA-8FB9-4943-BA98-777E17D3A1C7}" srcOrd="0" destOrd="0" presId="urn:microsoft.com/office/officeart/2018/2/layout/IconCircleList"/>
    <dgm:cxn modelId="{885CAB8D-5F0E-433D-B055-1B0C33D98578}" srcId="{B572603D-8EFE-4DA3-91BD-B332A3FB585C}" destId="{000A85AB-2D2E-4383-B76D-AB7E22540297}" srcOrd="1" destOrd="0" parTransId="{BE765B8F-34BB-4901-B0C9-71B8DE233DDA}" sibTransId="{BB180B41-51E3-4D37-9347-202BEA103A98}"/>
    <dgm:cxn modelId="{DF0895A5-1CE8-43B3-9946-8851CC34AD72}" type="presOf" srcId="{000A85AB-2D2E-4383-B76D-AB7E22540297}" destId="{E5CA5636-390D-4B15-897D-8503B1A892E3}" srcOrd="0" destOrd="0" presId="urn:microsoft.com/office/officeart/2018/2/layout/IconCircleList"/>
    <dgm:cxn modelId="{F7DAB7BC-4236-426B-B11A-B6BDAC799EF7}" srcId="{B572603D-8EFE-4DA3-91BD-B332A3FB585C}" destId="{234416F0-D7AF-42A7-9D3A-758D4B79041E}" srcOrd="3" destOrd="0" parTransId="{02D39352-1D98-4824-BA6D-5E301DAAAB40}" sibTransId="{786DEF8F-2B1C-4F7F-A46E-68C915C805A0}"/>
    <dgm:cxn modelId="{70F713E5-C15F-4B0C-BA38-BBE25DEE72C0}" type="presOf" srcId="{E5B26157-48FD-456E-B087-7F40857E94C8}" destId="{AD7F3FB4-FB2F-4ECB-BD99-A1E7263A1B57}" srcOrd="0" destOrd="0" presId="urn:microsoft.com/office/officeart/2018/2/layout/IconCircleList"/>
    <dgm:cxn modelId="{4261B2FE-9B71-49B1-A725-57B2C840DDAB}" type="presOf" srcId="{BB180B41-51E3-4D37-9347-202BEA103A98}" destId="{87A127DC-409C-4619-9AAB-07C5C5FA2C65}" srcOrd="0" destOrd="0" presId="urn:microsoft.com/office/officeart/2018/2/layout/IconCircleList"/>
    <dgm:cxn modelId="{57B62DA3-F34C-426C-A255-E3E4D5CA643D}" type="presParOf" srcId="{E2480CF8-E8A2-4B28-BB76-9CD9CE96ACCA}" destId="{E5D97613-0B17-45DD-BF3F-D59951A32291}" srcOrd="0" destOrd="0" presId="urn:microsoft.com/office/officeart/2018/2/layout/IconCircleList"/>
    <dgm:cxn modelId="{ED43C820-00EF-4C56-BF13-0038D3C05AA5}" type="presParOf" srcId="{E5D97613-0B17-45DD-BF3F-D59951A32291}" destId="{92B9EC6D-D2E5-44DC-8505-29AE8C0156F1}" srcOrd="0" destOrd="0" presId="urn:microsoft.com/office/officeart/2018/2/layout/IconCircleList"/>
    <dgm:cxn modelId="{35698BE4-1776-432E-844E-75FA88EE1B29}" type="presParOf" srcId="{92B9EC6D-D2E5-44DC-8505-29AE8C0156F1}" destId="{44C57366-3826-434A-8096-CD36C7C51347}" srcOrd="0" destOrd="0" presId="urn:microsoft.com/office/officeart/2018/2/layout/IconCircleList"/>
    <dgm:cxn modelId="{E1AFAB63-2F66-4062-84EC-5176FA364A57}" type="presParOf" srcId="{92B9EC6D-D2E5-44DC-8505-29AE8C0156F1}" destId="{2000BDCA-ED6A-4FE7-B270-18EF8B0FCE9E}" srcOrd="1" destOrd="0" presId="urn:microsoft.com/office/officeart/2018/2/layout/IconCircleList"/>
    <dgm:cxn modelId="{4B5D2F94-8D89-48B3-9B75-345DCCAA2A30}" type="presParOf" srcId="{92B9EC6D-D2E5-44DC-8505-29AE8C0156F1}" destId="{5CCB156D-7E9A-4A4B-8A3B-3CAC1B1B46F1}" srcOrd="2" destOrd="0" presId="urn:microsoft.com/office/officeart/2018/2/layout/IconCircleList"/>
    <dgm:cxn modelId="{9761A6C5-33D6-475A-93A7-4FD195B78296}" type="presParOf" srcId="{92B9EC6D-D2E5-44DC-8505-29AE8C0156F1}" destId="{3A515872-520F-4B4A-BDF0-F394FFE542F8}" srcOrd="3" destOrd="0" presId="urn:microsoft.com/office/officeart/2018/2/layout/IconCircleList"/>
    <dgm:cxn modelId="{1A9CDB2F-1CA3-418F-9B99-E9443B54AF77}" type="presParOf" srcId="{E5D97613-0B17-45DD-BF3F-D59951A32291}" destId="{AD7F3FB4-FB2F-4ECB-BD99-A1E7263A1B57}" srcOrd="1" destOrd="0" presId="urn:microsoft.com/office/officeart/2018/2/layout/IconCircleList"/>
    <dgm:cxn modelId="{84244D75-1713-43E4-AEF3-4EAF8F6DDA37}" type="presParOf" srcId="{E5D97613-0B17-45DD-BF3F-D59951A32291}" destId="{8C7D8B8E-4A9E-48EC-860E-659E147166DB}" srcOrd="2" destOrd="0" presId="urn:microsoft.com/office/officeart/2018/2/layout/IconCircleList"/>
    <dgm:cxn modelId="{A7188087-95CD-4D54-9BE9-5DC16A45A5EA}" type="presParOf" srcId="{8C7D8B8E-4A9E-48EC-860E-659E147166DB}" destId="{5C9E83F6-F3F4-45DA-96FE-B5944E9413C6}" srcOrd="0" destOrd="0" presId="urn:microsoft.com/office/officeart/2018/2/layout/IconCircleList"/>
    <dgm:cxn modelId="{284894BB-17D5-444F-B196-C7EC7315ED7A}" type="presParOf" srcId="{8C7D8B8E-4A9E-48EC-860E-659E147166DB}" destId="{D86323E7-5C18-4A6D-A4D6-3D81A78D1990}" srcOrd="1" destOrd="0" presId="urn:microsoft.com/office/officeart/2018/2/layout/IconCircleList"/>
    <dgm:cxn modelId="{22EE9E10-D1F9-4C0B-8814-BCA0C4CBE63A}" type="presParOf" srcId="{8C7D8B8E-4A9E-48EC-860E-659E147166DB}" destId="{180C9C9F-38EC-4319-8C28-E5A6FA87D94E}" srcOrd="2" destOrd="0" presId="urn:microsoft.com/office/officeart/2018/2/layout/IconCircleList"/>
    <dgm:cxn modelId="{A56E71CF-6844-4D97-8AFB-B03FDC5338AC}" type="presParOf" srcId="{8C7D8B8E-4A9E-48EC-860E-659E147166DB}" destId="{E5CA5636-390D-4B15-897D-8503B1A892E3}" srcOrd="3" destOrd="0" presId="urn:microsoft.com/office/officeart/2018/2/layout/IconCircleList"/>
    <dgm:cxn modelId="{B5374FEA-3E16-495E-8DA2-EE80590CD0BD}" type="presParOf" srcId="{E5D97613-0B17-45DD-BF3F-D59951A32291}" destId="{87A127DC-409C-4619-9AAB-07C5C5FA2C65}" srcOrd="3" destOrd="0" presId="urn:microsoft.com/office/officeart/2018/2/layout/IconCircleList"/>
    <dgm:cxn modelId="{BD430C50-3084-49BA-8BD4-601D5CE261CE}" type="presParOf" srcId="{E5D97613-0B17-45DD-BF3F-D59951A32291}" destId="{3DFC5FA6-8145-4E2F-8855-487D3B5BD82A}" srcOrd="4" destOrd="0" presId="urn:microsoft.com/office/officeart/2018/2/layout/IconCircleList"/>
    <dgm:cxn modelId="{FE7B5128-B23B-4144-8C9B-308BCBBC0216}" type="presParOf" srcId="{3DFC5FA6-8145-4E2F-8855-487D3B5BD82A}" destId="{C4CBF411-9148-4D5F-932D-4B22F8FD501A}" srcOrd="0" destOrd="0" presId="urn:microsoft.com/office/officeart/2018/2/layout/IconCircleList"/>
    <dgm:cxn modelId="{2A218206-579C-40D7-8371-00A64C80CF06}" type="presParOf" srcId="{3DFC5FA6-8145-4E2F-8855-487D3B5BD82A}" destId="{C7D3B8E3-2FF2-4512-BBC1-F42374C549B5}" srcOrd="1" destOrd="0" presId="urn:microsoft.com/office/officeart/2018/2/layout/IconCircleList"/>
    <dgm:cxn modelId="{35659DFE-CB93-49B2-80B3-BD4B309EB956}" type="presParOf" srcId="{3DFC5FA6-8145-4E2F-8855-487D3B5BD82A}" destId="{9B38C0DB-1A90-48A0-A01B-F0DEFA415121}" srcOrd="2" destOrd="0" presId="urn:microsoft.com/office/officeart/2018/2/layout/IconCircleList"/>
    <dgm:cxn modelId="{2DD7CB1C-D148-4F3D-B407-D9157FB801BE}" type="presParOf" srcId="{3DFC5FA6-8145-4E2F-8855-487D3B5BD82A}" destId="{5F06D270-0A64-4BF7-8AF8-21E53E5D2FA7}" srcOrd="3" destOrd="0" presId="urn:microsoft.com/office/officeart/2018/2/layout/IconCircleList"/>
    <dgm:cxn modelId="{8F226A93-82CD-4D37-9ABE-13BD9370A0C5}" type="presParOf" srcId="{E5D97613-0B17-45DD-BF3F-D59951A32291}" destId="{1386F94A-CB56-4E44-A5E3-E3A4C4E70C99}" srcOrd="5" destOrd="0" presId="urn:microsoft.com/office/officeart/2018/2/layout/IconCircleList"/>
    <dgm:cxn modelId="{C7DE9906-23D2-4406-8990-333D438D140B}" type="presParOf" srcId="{E5D97613-0B17-45DD-BF3F-D59951A32291}" destId="{7C6164CE-B3D3-4AEA-8F31-818DDB3409EB}" srcOrd="6" destOrd="0" presId="urn:microsoft.com/office/officeart/2018/2/layout/IconCircleList"/>
    <dgm:cxn modelId="{6B01F11C-102D-44A7-A69B-81E08E8B78F3}" type="presParOf" srcId="{7C6164CE-B3D3-4AEA-8F31-818DDB3409EB}" destId="{FA248027-DA96-4CDB-A4C8-0F97233F1FE1}" srcOrd="0" destOrd="0" presId="urn:microsoft.com/office/officeart/2018/2/layout/IconCircleList"/>
    <dgm:cxn modelId="{D933DCBF-6B18-4F4A-B03D-6A9E9E72E5C5}" type="presParOf" srcId="{7C6164CE-B3D3-4AEA-8F31-818DDB3409EB}" destId="{2B41C9CE-C1A1-4BD8-9AAF-D97BFF4FDE81}" srcOrd="1" destOrd="0" presId="urn:microsoft.com/office/officeart/2018/2/layout/IconCircleList"/>
    <dgm:cxn modelId="{C6CDBE94-6FA0-4BF0-99C4-A27CB5300E6D}" type="presParOf" srcId="{7C6164CE-B3D3-4AEA-8F31-818DDB3409EB}" destId="{5AA58338-B128-4695-9F94-FD0EB3ACFB20}" srcOrd="2" destOrd="0" presId="urn:microsoft.com/office/officeart/2018/2/layout/IconCircleList"/>
    <dgm:cxn modelId="{6AF95A7E-43C9-425D-B2B4-5A13970B837D}" type="presParOf" srcId="{7C6164CE-B3D3-4AEA-8F31-818DDB3409EB}" destId="{5FA2EDDA-8FB9-4943-BA98-777E17D3A1C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357B3-CE5C-4351-9DB8-B228B0096674}">
      <dsp:nvSpPr>
        <dsp:cNvPr id="0" name=""/>
        <dsp:cNvSpPr/>
      </dsp:nvSpPr>
      <dsp:spPr>
        <a:xfrm>
          <a:off x="610470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3ED541-5187-4386-9C11-6129DFC3DE6B}">
      <dsp:nvSpPr>
        <dsp:cNvPr id="0" name=""/>
        <dsp:cNvSpPr/>
      </dsp:nvSpPr>
      <dsp:spPr>
        <a:xfrm>
          <a:off x="1012657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B82BD-2673-4397-BC12-F660E82D3920}">
      <dsp:nvSpPr>
        <dsp:cNvPr id="0" name=""/>
        <dsp:cNvSpPr/>
      </dsp:nvSpPr>
      <dsp:spPr>
        <a:xfrm>
          <a:off x="7188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500" kern="1200" dirty="0"/>
            <a:t>Árboles binarios de búsqueda</a:t>
          </a:r>
          <a:endParaRPr lang="en-US" sz="2500" kern="1200" dirty="0"/>
        </a:p>
      </dsp:txBody>
      <dsp:txXfrm>
        <a:off x="7188" y="2482451"/>
        <a:ext cx="3093750" cy="720000"/>
      </dsp:txXfrm>
    </dsp:sp>
    <dsp:sp modelId="{1567A3C5-C12A-4E3C-A992-3C165C67C2DA}">
      <dsp:nvSpPr>
        <dsp:cNvPr id="0" name=""/>
        <dsp:cNvSpPr/>
      </dsp:nvSpPr>
      <dsp:spPr>
        <a:xfrm>
          <a:off x="4245626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77BC9E-55C7-4865-B3CE-D30009F61887}">
      <dsp:nvSpPr>
        <dsp:cNvPr id="0" name=""/>
        <dsp:cNvSpPr/>
      </dsp:nvSpPr>
      <dsp:spPr>
        <a:xfrm>
          <a:off x="4647813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7407D-BD72-40F0-95E0-2BE2BD331D1A}">
      <dsp:nvSpPr>
        <dsp:cNvPr id="0" name=""/>
        <dsp:cNvSpPr/>
      </dsp:nvSpPr>
      <dsp:spPr>
        <a:xfrm>
          <a:off x="3642345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500" kern="1200"/>
            <a:t>Matrices dispersas</a:t>
          </a:r>
          <a:endParaRPr lang="en-US" sz="2500" kern="1200"/>
        </a:p>
      </dsp:txBody>
      <dsp:txXfrm>
        <a:off x="3642345" y="2482451"/>
        <a:ext cx="3093750" cy="720000"/>
      </dsp:txXfrm>
    </dsp:sp>
    <dsp:sp modelId="{E57A4D0F-6584-4666-B03A-140E514E7AAF}">
      <dsp:nvSpPr>
        <dsp:cNvPr id="0" name=""/>
        <dsp:cNvSpPr/>
      </dsp:nvSpPr>
      <dsp:spPr>
        <a:xfrm>
          <a:off x="7880782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F6E30-ED1F-4802-B22D-C980D097771D}">
      <dsp:nvSpPr>
        <dsp:cNvPr id="0" name=""/>
        <dsp:cNvSpPr/>
      </dsp:nvSpPr>
      <dsp:spPr>
        <a:xfrm>
          <a:off x="8282970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B63E9-D90E-434B-B551-0F1C8664FFFE}">
      <dsp:nvSpPr>
        <dsp:cNvPr id="0" name=""/>
        <dsp:cNvSpPr/>
      </dsp:nvSpPr>
      <dsp:spPr>
        <a:xfrm>
          <a:off x="7277501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500" kern="1200"/>
            <a:t>Diccionarios</a:t>
          </a:r>
          <a:endParaRPr lang="en-US" sz="2500" kern="1200"/>
        </a:p>
      </dsp:txBody>
      <dsp:txXfrm>
        <a:off x="7277501" y="2482451"/>
        <a:ext cx="309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57366-3826-434A-8096-CD36C7C51347}">
      <dsp:nvSpPr>
        <dsp:cNvPr id="0" name=""/>
        <dsp:cNvSpPr/>
      </dsp:nvSpPr>
      <dsp:spPr>
        <a:xfrm>
          <a:off x="122690" y="74520"/>
          <a:ext cx="998995" cy="9989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0BDCA-ED6A-4FE7-B270-18EF8B0FCE9E}">
      <dsp:nvSpPr>
        <dsp:cNvPr id="0" name=""/>
        <dsp:cNvSpPr/>
      </dsp:nvSpPr>
      <dsp:spPr>
        <a:xfrm>
          <a:off x="332479" y="284310"/>
          <a:ext cx="579417" cy="5794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515872-520F-4B4A-BDF0-F394FFE542F8}">
      <dsp:nvSpPr>
        <dsp:cNvPr id="0" name=""/>
        <dsp:cNvSpPr/>
      </dsp:nvSpPr>
      <dsp:spPr>
        <a:xfrm>
          <a:off x="1335756" y="74520"/>
          <a:ext cx="2354775" cy="998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Permiten acceso rápido a palabras </a:t>
          </a:r>
          <a:r>
            <a:rPr lang="en-US" sz="2000" kern="1200" dirty="0" err="1"/>
            <a:t>por</a:t>
          </a:r>
          <a:r>
            <a:rPr lang="en-US" sz="2000" kern="1200" dirty="0"/>
            <a:t> </a:t>
          </a:r>
          <a:r>
            <a:rPr lang="en-US" sz="2000" kern="1200" dirty="0" err="1"/>
            <a:t>letra</a:t>
          </a:r>
          <a:r>
            <a:rPr lang="en-US" sz="2000" kern="1200" dirty="0"/>
            <a:t> (O(1) </a:t>
          </a:r>
          <a:r>
            <a:rPr lang="en-US" sz="2000" kern="1200" dirty="0" err="1"/>
            <a:t>promedio</a:t>
          </a:r>
          <a:r>
            <a:rPr lang="en-US" sz="2000" kern="1200" dirty="0"/>
            <a:t>)</a:t>
          </a:r>
        </a:p>
      </dsp:txBody>
      <dsp:txXfrm>
        <a:off x="1335756" y="74520"/>
        <a:ext cx="2354775" cy="998995"/>
      </dsp:txXfrm>
    </dsp:sp>
    <dsp:sp modelId="{5C9E83F6-F3F4-45DA-96FE-B5944E9413C6}">
      <dsp:nvSpPr>
        <dsp:cNvPr id="0" name=""/>
        <dsp:cNvSpPr/>
      </dsp:nvSpPr>
      <dsp:spPr>
        <a:xfrm>
          <a:off x="4100833" y="74520"/>
          <a:ext cx="998995" cy="9989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6323E7-5C18-4A6D-A4D6-3D81A78D1990}">
      <dsp:nvSpPr>
        <dsp:cNvPr id="0" name=""/>
        <dsp:cNvSpPr/>
      </dsp:nvSpPr>
      <dsp:spPr>
        <a:xfrm>
          <a:off x="4310622" y="284310"/>
          <a:ext cx="579417" cy="5794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A5636-390D-4B15-897D-8503B1A892E3}">
      <dsp:nvSpPr>
        <dsp:cNvPr id="0" name=""/>
        <dsp:cNvSpPr/>
      </dsp:nvSpPr>
      <dsp:spPr>
        <a:xfrm>
          <a:off x="5313899" y="74520"/>
          <a:ext cx="2354775" cy="998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 </a:t>
          </a:r>
          <a:r>
            <a:rPr lang="en-US" sz="2000" kern="1200" dirty="0" err="1"/>
            <a:t>usa</a:t>
          </a:r>
          <a:r>
            <a:rPr lang="en-US" sz="2000" kern="1200" dirty="0"/>
            <a:t> para </a:t>
          </a:r>
          <a:r>
            <a:rPr lang="en-US" sz="2000" kern="1200" dirty="0" err="1"/>
            <a:t>clasificar</a:t>
          </a:r>
          <a:r>
            <a:rPr lang="en-US" sz="2000" kern="1200" dirty="0"/>
            <a:t> palabras </a:t>
          </a:r>
          <a:r>
            <a:rPr lang="en-US" sz="2000" kern="1200" dirty="0" err="1"/>
            <a:t>por</a:t>
          </a:r>
          <a:r>
            <a:rPr lang="en-US" sz="2000" kern="1200" dirty="0"/>
            <a:t> </a:t>
          </a:r>
          <a:r>
            <a:rPr lang="en-US" sz="2000" kern="1200" dirty="0" err="1"/>
            <a:t>categoría</a:t>
          </a:r>
          <a:r>
            <a:rPr lang="en-US" sz="2000" kern="1200" dirty="0"/>
            <a:t> y </a:t>
          </a:r>
          <a:r>
            <a:rPr lang="en-US" sz="2000" kern="1200" dirty="0" err="1"/>
            <a:t>letra</a:t>
          </a:r>
          <a:endParaRPr lang="en-US" sz="2000" kern="1200" dirty="0"/>
        </a:p>
      </dsp:txBody>
      <dsp:txXfrm>
        <a:off x="5313899" y="74520"/>
        <a:ext cx="2354775" cy="998995"/>
      </dsp:txXfrm>
    </dsp:sp>
    <dsp:sp modelId="{C4CBF411-9148-4D5F-932D-4B22F8FD501A}">
      <dsp:nvSpPr>
        <dsp:cNvPr id="0" name=""/>
        <dsp:cNvSpPr/>
      </dsp:nvSpPr>
      <dsp:spPr>
        <a:xfrm>
          <a:off x="122690" y="1513270"/>
          <a:ext cx="998995" cy="9989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D3B8E3-2FF2-4512-BBC1-F42374C549B5}">
      <dsp:nvSpPr>
        <dsp:cNvPr id="0" name=""/>
        <dsp:cNvSpPr/>
      </dsp:nvSpPr>
      <dsp:spPr>
        <a:xfrm>
          <a:off x="332479" y="1723059"/>
          <a:ext cx="579417" cy="5794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6D270-0A64-4BF7-8AF8-21E53E5D2FA7}">
      <dsp:nvSpPr>
        <dsp:cNvPr id="0" name=""/>
        <dsp:cNvSpPr/>
      </dsp:nvSpPr>
      <dsp:spPr>
        <a:xfrm>
          <a:off x="1335756" y="1513270"/>
          <a:ext cx="2354775" cy="998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Cada categoría es un diccionario</a:t>
          </a:r>
        </a:p>
      </dsp:txBody>
      <dsp:txXfrm>
        <a:off x="1335756" y="1513270"/>
        <a:ext cx="2354775" cy="998995"/>
      </dsp:txXfrm>
    </dsp:sp>
    <dsp:sp modelId="{FA248027-DA96-4CDB-A4C8-0F97233F1FE1}">
      <dsp:nvSpPr>
        <dsp:cNvPr id="0" name=""/>
        <dsp:cNvSpPr/>
      </dsp:nvSpPr>
      <dsp:spPr>
        <a:xfrm>
          <a:off x="4100833" y="1513270"/>
          <a:ext cx="998995" cy="9989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1C9CE-C1A1-4BD8-9AAF-D97BFF4FDE81}">
      <dsp:nvSpPr>
        <dsp:cNvPr id="0" name=""/>
        <dsp:cNvSpPr/>
      </dsp:nvSpPr>
      <dsp:spPr>
        <a:xfrm>
          <a:off x="4310622" y="1723059"/>
          <a:ext cx="579417" cy="5794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2EDDA-8FB9-4943-BA98-777E17D3A1C7}">
      <dsp:nvSpPr>
        <dsp:cNvPr id="0" name=""/>
        <dsp:cNvSpPr/>
      </dsp:nvSpPr>
      <dsp:spPr>
        <a:xfrm>
          <a:off x="5313899" y="1513270"/>
          <a:ext cx="2354775" cy="998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Contiene</a:t>
          </a:r>
          <a:r>
            <a:rPr lang="en-US" sz="2000" kern="1200" dirty="0"/>
            <a:t> un BST </a:t>
          </a:r>
          <a:r>
            <a:rPr lang="en-US" sz="2000" kern="1200" dirty="0" err="1"/>
            <a:t>por</a:t>
          </a:r>
          <a:r>
            <a:rPr lang="en-US" sz="2000" kern="1200" dirty="0"/>
            <a:t> </a:t>
          </a:r>
          <a:r>
            <a:rPr lang="en-US" sz="2000" kern="1200" dirty="0" err="1"/>
            <a:t>letra</a:t>
          </a:r>
          <a:r>
            <a:rPr lang="en-US" sz="2000" kern="1200" dirty="0"/>
            <a:t> </a:t>
          </a:r>
        </a:p>
      </dsp:txBody>
      <dsp:txXfrm>
        <a:off x="5313899" y="1513270"/>
        <a:ext cx="2354775" cy="998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2E15-7C56-4D0F-B036-7015BEEC1784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71D1-10AC-4398-85B3-518844D529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9235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2E15-7C56-4D0F-B036-7015BEEC1784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71D1-10AC-4398-85B3-518844D529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057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2E15-7C56-4D0F-B036-7015BEEC1784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71D1-10AC-4398-85B3-518844D529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364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2E15-7C56-4D0F-B036-7015BEEC1784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71D1-10AC-4398-85B3-518844D529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17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2E15-7C56-4D0F-B036-7015BEEC1784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71D1-10AC-4398-85B3-518844D529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9958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2E15-7C56-4D0F-B036-7015BEEC1784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71D1-10AC-4398-85B3-518844D529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2901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2E15-7C56-4D0F-B036-7015BEEC1784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71D1-10AC-4398-85B3-518844D529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7307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2E15-7C56-4D0F-B036-7015BEEC1784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71D1-10AC-4398-85B3-518844D529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040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2E15-7C56-4D0F-B036-7015BEEC1784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71D1-10AC-4398-85B3-518844D529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6819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2E15-7C56-4D0F-B036-7015BEEC1784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71D1-10AC-4398-85B3-518844D529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28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2E15-7C56-4D0F-B036-7015BEEC1784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71D1-10AC-4398-85B3-518844D529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855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52E15-7C56-4D0F-B036-7015BEEC1784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971D1-10AC-4398-85B3-518844D529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205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7CE0FA-A4AF-84E3-2103-7AB7BE0C0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4522"/>
            <a:ext cx="9144000" cy="2551829"/>
          </a:xfrm>
        </p:spPr>
        <p:txBody>
          <a:bodyPr anchor="ctr">
            <a:normAutofit/>
          </a:bodyPr>
          <a:lstStyle/>
          <a:p>
            <a:r>
              <a:rPr lang="es-ES" sz="6600" dirty="0"/>
              <a:t>Match </a:t>
            </a:r>
            <a:r>
              <a:rPr lang="es-ES" sz="6600" dirty="0" err="1"/>
              <a:t>it</a:t>
            </a:r>
            <a:endParaRPr lang="es-CO" sz="6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F6EDDD-DB57-A92A-D1D9-2640940DD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39073"/>
            <a:ext cx="9144000" cy="1182135"/>
          </a:xfrm>
        </p:spPr>
        <p:txBody>
          <a:bodyPr anchor="ctr">
            <a:normAutofit/>
          </a:bodyPr>
          <a:lstStyle/>
          <a:p>
            <a:r>
              <a:rPr lang="es-ES" sz="2000" dirty="0"/>
              <a:t>Juan Sebastián Rodríguez Carvajal</a:t>
            </a:r>
          </a:p>
          <a:p>
            <a:r>
              <a:rPr lang="es-ES" sz="2000" dirty="0"/>
              <a:t>Estructura de datos</a:t>
            </a:r>
          </a:p>
          <a:p>
            <a:r>
              <a:rPr lang="es-ES" sz="2000" dirty="0"/>
              <a:t>Presentación II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8756025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9">
            <a:extLst>
              <a:ext uri="{FF2B5EF4-FFF2-40B4-BE49-F238E27FC236}">
                <a16:creationId xmlns:a16="http://schemas.microsoft.com/office/drawing/2014/main" id="{BDF1A630-2A9B-41A0-92F9-FDA26107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598AF9-D131-1095-A9F5-3C055001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s-ES" sz="4000"/>
              <a:t>Idea del proyecto</a:t>
            </a:r>
            <a:endParaRPr lang="es-CO" sz="40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8554C6-ECD1-F3F7-F37E-04E32EFB0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4" y="2839440"/>
            <a:ext cx="5535483" cy="144405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000" dirty="0"/>
              <a:t>Un </a:t>
            </a:r>
            <a:r>
              <a:rPr lang="es-ES" sz="2000" dirty="0" err="1"/>
              <a:t>mini-juego</a:t>
            </a:r>
            <a:r>
              <a:rPr lang="es-ES" sz="2000" dirty="0"/>
              <a:t> donde aparece una carta con una categoría en particular y una letra, el jugador debe ingresar una palabra que cumpla las dos condiciones.</a:t>
            </a:r>
            <a:endParaRPr lang="es-C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32FA28-9899-395D-1F61-1D99960663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0" b="6"/>
          <a:stretch>
            <a:fillRect/>
          </a:stretch>
        </p:blipFill>
        <p:spPr>
          <a:xfrm>
            <a:off x="7040898" y="774285"/>
            <a:ext cx="1923799" cy="199967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81B974E-8CC0-9727-3161-82FF9DD91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523" y="929216"/>
            <a:ext cx="2112264" cy="168981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6A81DDB-C7EF-21DE-AB64-62B1F2253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667" y="3238092"/>
            <a:ext cx="4389120" cy="262276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014EF37-DB5C-3E6B-89D4-58AC6D0D8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279666"/>
            <a:ext cx="1587734" cy="158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234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9BB08E-8B2C-7863-1CCF-95D4D8BF2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ES" sz="4800"/>
              <a:t>Estructuras usadas</a:t>
            </a:r>
            <a:endParaRPr lang="es-CO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6561B8B-3FB6-290B-E8D5-73D57965C0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40285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18880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A4CE20-5D41-2A7A-C253-0896B5EDD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9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1EC9A4-9C2F-3D70-5A3D-CEFFC570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959" y="318928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ES" sz="4800" dirty="0"/>
              <a:t>Diccionarios</a:t>
            </a:r>
            <a:endParaRPr lang="es-CO" sz="4800" dirty="0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9766245-65F5-9E3E-3A02-10F684283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324239" y="2119732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83C416-705A-A3D8-2C92-D1BAC49E35B7}"/>
              </a:ext>
            </a:extLst>
          </p:cNvPr>
          <p:cNvSpPr txBox="1"/>
          <p:nvPr/>
        </p:nvSpPr>
        <p:spPr>
          <a:xfrm>
            <a:off x="524381" y="5434924"/>
            <a:ext cx="10938650" cy="1229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{</a:t>
            </a:r>
            <a:r>
              <a:rPr lang="en-US" sz="2400" dirty="0" err="1"/>
              <a:t>ciudades</a:t>
            </a:r>
            <a:r>
              <a:rPr lang="en-US" sz="2400" dirty="0"/>
              <a:t>: {</a:t>
            </a:r>
            <a:r>
              <a:rPr lang="en-US" sz="2400" dirty="0" err="1"/>
              <a:t>a:BST</a:t>
            </a:r>
            <a:r>
              <a:rPr lang="en-US" sz="2400" dirty="0"/>
              <a:t>(), b:BST(), c:BST() . . .}, </a:t>
            </a:r>
            <a:r>
              <a:rPr lang="en-US" sz="2400" dirty="0" err="1"/>
              <a:t>países</a:t>
            </a:r>
            <a:r>
              <a:rPr lang="en-US" sz="2400" dirty="0"/>
              <a:t>: {</a:t>
            </a:r>
            <a:r>
              <a:rPr lang="en-US" sz="2400" dirty="0" err="1"/>
              <a:t>a:BST</a:t>
            </a:r>
            <a:r>
              <a:rPr lang="en-US" sz="2400" dirty="0"/>
              <a:t>(), b:BST(), c:BST() . . .}. . . }</a:t>
            </a:r>
            <a:r>
              <a:rPr lang="en-US" sz="2400" dirty="0">
                <a:solidFill>
                  <a:srgbClr val="FFFFFF"/>
                </a:solidFill>
              </a:rPr>
              <a:t>} . . . }</a:t>
            </a:r>
          </a:p>
        </p:txBody>
      </p:sp>
      <p:graphicFrame>
        <p:nvGraphicFramePr>
          <p:cNvPr id="27" name="Rectangle 1">
            <a:extLst>
              <a:ext uri="{FF2B5EF4-FFF2-40B4-BE49-F238E27FC236}">
                <a16:creationId xmlns:a16="http://schemas.microsoft.com/office/drawing/2014/main" id="{EC8C64CF-D995-0B9A-8323-FE44576780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9777829"/>
              </p:ext>
            </p:extLst>
          </p:nvPr>
        </p:nvGraphicFramePr>
        <p:xfrm>
          <a:off x="594645" y="2488466"/>
          <a:ext cx="7791366" cy="2586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8042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670B55-85D6-F291-7990-23C591D83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DF1A630-2A9B-41A0-92F9-FDA26107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6BB6A0-88AB-DE64-6D42-EA43D38A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 fontScale="90000"/>
          </a:bodyPr>
          <a:lstStyle/>
          <a:p>
            <a:r>
              <a:rPr lang="es-ES" sz="4000" dirty="0"/>
              <a:t>Árboles binarios de búsqueda</a:t>
            </a:r>
            <a:endParaRPr lang="es-CO" sz="4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E97758E-D84D-B291-73D0-9A0B84062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154961" y="5400661"/>
            <a:ext cx="10515600" cy="4351338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D5E030B-10D3-08CA-646E-4BADB9D25E00}"/>
              </a:ext>
            </a:extLst>
          </p:cNvPr>
          <p:cNvSpPr/>
          <p:nvPr/>
        </p:nvSpPr>
        <p:spPr>
          <a:xfrm>
            <a:off x="9026474" y="2290797"/>
            <a:ext cx="1574157" cy="9460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Caballo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E422FAFA-F225-5C67-5028-23CB34298CC1}"/>
              </a:ext>
            </a:extLst>
          </p:cNvPr>
          <p:cNvSpPr/>
          <p:nvPr/>
        </p:nvSpPr>
        <p:spPr>
          <a:xfrm>
            <a:off x="8148057" y="3639950"/>
            <a:ext cx="1353498" cy="8999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Cabra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9EAC1DA-9011-C885-2F36-9C43CB2D7062}"/>
              </a:ext>
            </a:extLst>
          </p:cNvPr>
          <p:cNvSpPr/>
          <p:nvPr/>
        </p:nvSpPr>
        <p:spPr>
          <a:xfrm>
            <a:off x="10018098" y="3650727"/>
            <a:ext cx="1481742" cy="8999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Canguro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1781E55-7741-A0BD-5B0E-E6C8DED4E45C}"/>
              </a:ext>
            </a:extLst>
          </p:cNvPr>
          <p:cNvSpPr/>
          <p:nvPr/>
        </p:nvSpPr>
        <p:spPr>
          <a:xfrm>
            <a:off x="7427810" y="5010939"/>
            <a:ext cx="1616908" cy="8999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Cerdo</a:t>
            </a:r>
            <a:endParaRPr lang="es-CO" dirty="0">
              <a:solidFill>
                <a:schemeClr val="tx1"/>
              </a:solidFill>
            </a:endParaRP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EAAE869D-E577-7D30-D0E4-715640B14582}"/>
              </a:ext>
            </a:extLst>
          </p:cNvPr>
          <p:cNvCxnSpPr>
            <a:cxnSpLocks/>
          </p:cNvCxnSpPr>
          <p:nvPr/>
        </p:nvCxnSpPr>
        <p:spPr>
          <a:xfrm flipH="1">
            <a:off x="8735784" y="3063279"/>
            <a:ext cx="494001" cy="532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7F448F0-B310-8BA2-1BD4-11819930EE7C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10370101" y="3098270"/>
            <a:ext cx="315956" cy="497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DD0BB81E-7297-64C7-0C6E-DC428D2F29FA}"/>
              </a:ext>
            </a:extLst>
          </p:cNvPr>
          <p:cNvCxnSpPr>
            <a:cxnSpLocks/>
          </p:cNvCxnSpPr>
          <p:nvPr/>
        </p:nvCxnSpPr>
        <p:spPr>
          <a:xfrm flipH="1">
            <a:off x="8236264" y="4461520"/>
            <a:ext cx="248750" cy="481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1">
            <a:extLst>
              <a:ext uri="{FF2B5EF4-FFF2-40B4-BE49-F238E27FC236}">
                <a16:creationId xmlns:a16="http://schemas.microsoft.com/office/drawing/2014/main" id="{EBB9082F-73E8-BECC-B66A-FE020E92F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599" y="2877086"/>
            <a:ext cx="694029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000" dirty="0">
                <a:latin typeface="Arial" panose="020B0604020202020204" pitchFamily="34" charset="0"/>
              </a:rPr>
              <a:t>Permiten buscar palabras rápidamente dentro de cada letra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CO" altLang="es-CO" sz="20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000" dirty="0">
                <a:latin typeface="Arial" panose="020B0604020202020204" pitchFamily="34" charset="0"/>
              </a:rPr>
              <a:t>Mantienen las palabras ordenadas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CO" altLang="es-CO" sz="20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000" dirty="0">
                <a:latin typeface="Arial" panose="020B0604020202020204" pitchFamily="34" charset="0"/>
              </a:rPr>
              <a:t>Cada letra dentro del diccionario apunta a un BST</a:t>
            </a:r>
          </a:p>
        </p:txBody>
      </p:sp>
    </p:spTree>
    <p:extLst>
      <p:ext uri="{BB962C8B-B14F-4D97-AF65-F5344CB8AC3E}">
        <p14:creationId xmlns:p14="http://schemas.microsoft.com/office/powerpoint/2010/main" val="3150632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748945-FF37-3A27-5ACB-1F2A6DF65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s-ES" sz="3600"/>
              <a:t>Matrices dispersas</a:t>
            </a:r>
            <a:endParaRPr lang="es-CO" sz="36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605F49-8954-C6A5-FBD1-47349D688A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1" y="2524721"/>
            <a:ext cx="5876164" cy="36771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Para 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guardar estadísticas del jugador 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 forma eficiente, solo se registran las combinaciones que realmente ocurren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s-CO" altLang="es-CO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Evita desperdicio de memoria frente a una matriz completa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s-CO" altLang="es-CO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Cada celda 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(categoría, letra)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effectLst/>
              </a:rPr>
              <a:t> guarda: 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{aciertos, fallos}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s-CO" altLang="es-CO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 actualiza al jugar, se muestra en la sección de estadísticas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45D627B-6D78-00A4-452A-50F30DB4F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837557"/>
              </p:ext>
            </p:extLst>
          </p:nvPr>
        </p:nvGraphicFramePr>
        <p:xfrm>
          <a:off x="6930493" y="2598739"/>
          <a:ext cx="4223254" cy="17208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05868">
                  <a:extLst>
                    <a:ext uri="{9D8B030D-6E8A-4147-A177-3AD203B41FA5}">
                      <a16:colId xmlns:a16="http://schemas.microsoft.com/office/drawing/2014/main" val="3280245230"/>
                    </a:ext>
                  </a:extLst>
                </a:gridCol>
                <a:gridCol w="839219">
                  <a:extLst>
                    <a:ext uri="{9D8B030D-6E8A-4147-A177-3AD203B41FA5}">
                      <a16:colId xmlns:a16="http://schemas.microsoft.com/office/drawing/2014/main" val="3147261153"/>
                    </a:ext>
                  </a:extLst>
                </a:gridCol>
                <a:gridCol w="499729">
                  <a:extLst>
                    <a:ext uri="{9D8B030D-6E8A-4147-A177-3AD203B41FA5}">
                      <a16:colId xmlns:a16="http://schemas.microsoft.com/office/drawing/2014/main" val="2328454806"/>
                    </a:ext>
                  </a:extLst>
                </a:gridCol>
                <a:gridCol w="839219">
                  <a:extLst>
                    <a:ext uri="{9D8B030D-6E8A-4147-A177-3AD203B41FA5}">
                      <a16:colId xmlns:a16="http://schemas.microsoft.com/office/drawing/2014/main" val="1612397913"/>
                    </a:ext>
                  </a:extLst>
                </a:gridCol>
                <a:gridCol w="839219">
                  <a:extLst>
                    <a:ext uri="{9D8B030D-6E8A-4147-A177-3AD203B41FA5}">
                      <a16:colId xmlns:a16="http://schemas.microsoft.com/office/drawing/2014/main" val="416111189"/>
                    </a:ext>
                  </a:extLst>
                </a:gridCol>
              </a:tblGrid>
              <a:tr h="430202">
                <a:tc>
                  <a:txBody>
                    <a:bodyPr/>
                    <a:lstStyle/>
                    <a:p>
                      <a:pPr algn="ctr"/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A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B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C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D</a:t>
                      </a:r>
                      <a:endParaRPr lang="es-CO" sz="1900"/>
                    </a:p>
                  </a:txBody>
                  <a:tcPr marL="97773" marR="97773" marT="48887" marB="48887"/>
                </a:tc>
                <a:extLst>
                  <a:ext uri="{0D108BD9-81ED-4DB2-BD59-A6C34878D82A}">
                    <a16:rowId xmlns:a16="http://schemas.microsoft.com/office/drawing/2014/main" val="714514601"/>
                  </a:ext>
                </a:extLst>
              </a:tr>
              <a:tr h="430202">
                <a:tc>
                  <a:txBody>
                    <a:bodyPr/>
                    <a:lstStyle/>
                    <a:p>
                      <a:r>
                        <a:rPr lang="es-ES" sz="1900"/>
                        <a:t>Ciudad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{8,2}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-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-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{7,6}</a:t>
                      </a:r>
                      <a:endParaRPr lang="es-CO" sz="1900"/>
                    </a:p>
                  </a:txBody>
                  <a:tcPr marL="97773" marR="97773" marT="48887" marB="48887"/>
                </a:tc>
                <a:extLst>
                  <a:ext uri="{0D108BD9-81ED-4DB2-BD59-A6C34878D82A}">
                    <a16:rowId xmlns:a16="http://schemas.microsoft.com/office/drawing/2014/main" val="237242689"/>
                  </a:ext>
                </a:extLst>
              </a:tr>
              <a:tr h="430202">
                <a:tc>
                  <a:txBody>
                    <a:bodyPr/>
                    <a:lstStyle/>
                    <a:p>
                      <a:r>
                        <a:rPr lang="es-ES" sz="1900"/>
                        <a:t>País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-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-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-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-</a:t>
                      </a:r>
                      <a:endParaRPr lang="es-CO" sz="1900"/>
                    </a:p>
                  </a:txBody>
                  <a:tcPr marL="97773" marR="97773" marT="48887" marB="48887"/>
                </a:tc>
                <a:extLst>
                  <a:ext uri="{0D108BD9-81ED-4DB2-BD59-A6C34878D82A}">
                    <a16:rowId xmlns:a16="http://schemas.microsoft.com/office/drawing/2014/main" val="2172355811"/>
                  </a:ext>
                </a:extLst>
              </a:tr>
              <a:tr h="430202">
                <a:tc>
                  <a:txBody>
                    <a:bodyPr/>
                    <a:lstStyle/>
                    <a:p>
                      <a:r>
                        <a:rPr lang="es-ES" sz="1900"/>
                        <a:t>Nombre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-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-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{1,1}</a:t>
                      </a:r>
                      <a:endParaRPr lang="es-CO" sz="1900"/>
                    </a:p>
                  </a:txBody>
                  <a:tcPr marL="97773" marR="97773" marT="48887" marB="488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900"/>
                        <a:t>-</a:t>
                      </a:r>
                      <a:endParaRPr lang="es-CO" sz="1900"/>
                    </a:p>
                  </a:txBody>
                  <a:tcPr marL="97773" marR="97773" marT="48887" marB="48887"/>
                </a:tc>
                <a:extLst>
                  <a:ext uri="{0D108BD9-81ED-4DB2-BD59-A6C34878D82A}">
                    <a16:rowId xmlns:a16="http://schemas.microsoft.com/office/drawing/2014/main" val="274698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89948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</TotalTime>
  <Words>236</Words>
  <Application>Microsoft Office PowerPoint</Application>
  <PresentationFormat>Panorámica</PresentationFormat>
  <Paragraphs>53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Arial Unicode MS</vt:lpstr>
      <vt:lpstr>Office Theme</vt:lpstr>
      <vt:lpstr>Match it</vt:lpstr>
      <vt:lpstr>Idea del proyecto</vt:lpstr>
      <vt:lpstr>Estructuras usadas</vt:lpstr>
      <vt:lpstr>Diccionarios</vt:lpstr>
      <vt:lpstr>Árboles binarios de búsqueda</vt:lpstr>
      <vt:lpstr>Matrices dispersas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ROMERO  CARLOS ANDRES</dc:creator>
  <cp:lastModifiedBy>ROMERO  CARLOS ANDRES</cp:lastModifiedBy>
  <cp:revision>1</cp:revision>
  <dcterms:created xsi:type="dcterms:W3CDTF">2025-11-18T02:04:32Z</dcterms:created>
  <dcterms:modified xsi:type="dcterms:W3CDTF">2025-11-18T04:06:47Z</dcterms:modified>
</cp:coreProperties>
</file>